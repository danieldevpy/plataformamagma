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18300" cy="6858000"/>
          </a:xfrm>
          <a:prstGeom prst="rect">
            <a:avLst/>
          </a:prstGeom>
          <a:solidFill>
            <a:srgbClr val="101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18300" y="0"/>
            <a:ext cx="5473700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18300" y="0"/>
            <a:ext cx="5473700" cy="6858000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1524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18300" y="3302000"/>
            <a:ext cx="54737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B6476"/>
                </a:solidFill>
                <a:latin typeface="Arial"/>
              </a:rPr>
              <a:t>Imagem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301750"/>
            <a:ext cx="762000" cy="38100"/>
          </a:xfrm>
          <a:prstGeom prst="rect">
            <a:avLst/>
          </a:prstGeom>
          <a:solidFill>
            <a:srgbClr val="DCB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 rot="5400000">
            <a:off x="571500" y="1682750"/>
            <a:ext cx="381000" cy="381000"/>
          </a:xfrm>
          <a:prstGeom prst="hexagon">
            <a:avLst/>
          </a:prstGeom>
          <a:solidFill>
            <a:srgbClr val="C8102E"/>
          </a:solidFill>
          <a:ln w="19050">
            <a:solidFill>
              <a:srgbClr val="23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7700" y="1844675"/>
            <a:ext cx="22860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3600000">
            <a:off x="647700" y="1844675"/>
            <a:ext cx="22860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7200000">
            <a:off x="647700" y="1844675"/>
            <a:ext cx="22860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4100" y="1713230"/>
            <a:ext cx="2413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MAGMA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450" y="1903730"/>
            <a:ext cx="2413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50">
                <a:solidFill>
                  <a:srgbClr val="B8933F"/>
                </a:solidFill>
                <a:latin typeface="Arial"/>
              </a:rPr>
              <a:t>CURSOS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251200"/>
            <a:ext cx="546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spc="220">
                <a:solidFill>
                  <a:srgbClr val="DCB96A"/>
                </a:solidFill>
                <a:latin typeface="Arial"/>
              </a:rPr>
              <a:t>TREINAMENTO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3429000"/>
            <a:ext cx="5715000" cy="1981199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Título da Capa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588000"/>
            <a:ext cx="5461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EAE4"/>
                </a:solidFill>
                <a:latin typeface="Arial"/>
              </a:rPr>
              <a:t>Subtítulo descritivo do curso.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952500"/>
            <a:ext cx="762000" cy="38100"/>
          </a:xfrm>
          <a:prstGeom prst="rect">
            <a:avLst/>
          </a:prstGeom>
          <a:solidFill>
            <a:srgbClr val="DCB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1155700"/>
            <a:ext cx="10477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 spc="240">
                <a:solidFill>
                  <a:srgbClr val="B8933F"/>
                </a:solidFill>
                <a:latin typeface="Arial"/>
              </a:rPr>
              <a:t>SEÇÃO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346200"/>
            <a:ext cx="110490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B2A4D"/>
                </a:solidFill>
                <a:latin typeface="Arial"/>
              </a:rPr>
              <a:t>Título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286000"/>
            <a:ext cx="6223000" cy="400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spcAft>
                <a:spcPts val="500"/>
              </a:spcAft>
            </a:pPr>
            <a:r>
              <a:rPr sz="1900" b="1" i="0">
                <a:solidFill>
                  <a:srgbClr val="1B2A4D"/>
                </a:solidFill>
                <a:latin typeface="Arial"/>
              </a:rPr>
              <a:t>Subtítulo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 b="0" i="0">
                <a:solidFill>
                  <a:srgbClr val="212A3D"/>
                </a:solidFill>
                <a:latin typeface="Arial"/>
              </a:rPr>
              <a:t>sasasasasa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 b="0" i="0">
                <a:solidFill>
                  <a:srgbClr val="212A3D"/>
                </a:solidFill>
                <a:latin typeface="Arial"/>
              </a:rPr>
              <a:t>ssssss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 b="0" i="0">
                <a:solidFill>
                  <a:srgbClr val="212A3D"/>
                </a:solidFill>
                <a:latin typeface="Arial"/>
              </a:rPr>
              <a:t>aaa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 b="1" i="0">
                <a:solidFill>
                  <a:srgbClr val="B8933F"/>
                </a:solidFill>
                <a:latin typeface="Arial"/>
              </a:rPr>
              <a:t>»</a:t>
            </a:r>
            <a:r>
              <a:rPr sz="1600" b="1" i="0">
                <a:solidFill>
                  <a:srgbClr val="8A6A1F"/>
                </a:solidFill>
                <a:latin typeface="Arial"/>
              </a:rPr>
              <a:t>asasasasasas</a:t>
            </a:r>
          </a:p>
          <a:p>
            <a:pPr>
              <a:lnSpc>
                <a:spcPct val="108000"/>
              </a:lnSpc>
              <a:spcBef>
                <a:spcPts val="700"/>
              </a:spcBef>
            </a:pPr>
            <a:r>
              <a:rPr sz="1900" b="1" i="0">
                <a:solidFill>
                  <a:srgbClr val="B8933F"/>
                </a:solidFill>
                <a:latin typeface="Arial"/>
              </a:rPr>
              <a:t>saasa</a:t>
            </a:r>
            <a:r>
              <a:rPr sz="1900" b="1" i="0">
                <a:solidFill>
                  <a:srgbClr val="1B2A4D"/>
                </a:solidFill>
                <a:latin typeface="Arial"/>
              </a:rPr>
              <a:t>asasasasaasasa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500" b="0" i="0">
                <a:solidFill>
                  <a:srgbClr val="212A3D"/>
                </a:solidFill>
                <a:latin typeface="Arial"/>
              </a:rPr>
              <a:t>asasasasasasa</a:t>
            </a:r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sz="1500" b="0" i="0">
                <a:solidFill>
                  <a:srgbClr val="5B6476"/>
                </a:solidFill>
                <a:latin typeface="Arial"/>
              </a:rPr>
              <a:t>asasasasasasa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 b="1" i="0">
                <a:solidFill>
                  <a:srgbClr val="C8102E"/>
                </a:solidFill>
                <a:latin typeface="Arial"/>
              </a:rPr>
              <a:t>!</a:t>
            </a:r>
            <a:r>
              <a:rPr sz="1600" b="1" i="0">
                <a:solidFill>
                  <a:srgbClr val="C8102E"/>
                </a:solidFill>
                <a:latin typeface="Arial"/>
              </a:rPr>
              <a:t>asasasasaas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12000" y="2286000"/>
            <a:ext cx="4508500" cy="3746500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1524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0" y="4032250"/>
            <a:ext cx="45085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B6476"/>
                </a:solidFill>
                <a:latin typeface="Arial"/>
              </a:rPr>
              <a:t>Imagem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527800"/>
            <a:ext cx="3175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6476"/>
                </a:solidFill>
                <a:latin typeface="Arial"/>
              </a:rPr>
              <a:t>MAGMA Cursos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8500" y="6527800"/>
            <a:ext cx="3175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B6476"/>
                </a:solidFill>
                <a:latin typeface="Arial"/>
              </a:rPr>
              <a:t>17/07/2026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5500" y="6527800"/>
            <a:ext cx="3175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B6476"/>
                </a:solidFill>
                <a:latin typeface="Arial"/>
              </a:rPr>
              <a:t>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952500"/>
            <a:ext cx="762000" cy="38100"/>
          </a:xfrm>
          <a:prstGeom prst="rect">
            <a:avLst/>
          </a:prstGeom>
          <a:solidFill>
            <a:srgbClr val="DCB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1155700"/>
            <a:ext cx="10477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 spc="240">
                <a:solidFill>
                  <a:srgbClr val="DCB96A"/>
                </a:solidFill>
                <a:latin typeface="Arial"/>
              </a:rPr>
              <a:t>FLUXO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346200"/>
            <a:ext cx="110490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Título do fluxo</a:t>
            </a:r>
          </a:p>
        </p:txBody>
      </p:sp>
      <p:sp>
        <p:nvSpPr>
          <p:cNvPr id="6" name="Chevron 5"/>
          <p:cNvSpPr/>
          <p:nvPr/>
        </p:nvSpPr>
        <p:spPr>
          <a:xfrm>
            <a:off x="444500" y="3429000"/>
            <a:ext cx="3175000" cy="1047749"/>
          </a:xfrm>
          <a:prstGeom prst="chevron">
            <a:avLst/>
          </a:prstGeom>
          <a:solidFill>
            <a:srgbClr val="24365E"/>
          </a:solidFill>
          <a:ln w="12700">
            <a:solidFill>
              <a:srgbClr val="24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3429000"/>
            <a:ext cx="2603500" cy="10477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Etapa 1</a:t>
            </a:r>
          </a:p>
        </p:txBody>
      </p:sp>
      <p:sp>
        <p:nvSpPr>
          <p:cNvPr id="8" name="Chevron 7"/>
          <p:cNvSpPr/>
          <p:nvPr/>
        </p:nvSpPr>
        <p:spPr>
          <a:xfrm>
            <a:off x="4381500" y="3429000"/>
            <a:ext cx="3175000" cy="1047749"/>
          </a:xfrm>
          <a:prstGeom prst="chevron">
            <a:avLst/>
          </a:prstGeom>
          <a:solidFill>
            <a:srgbClr val="1B2A4D"/>
          </a:solidFill>
          <a:ln w="12700">
            <a:solidFill>
              <a:srgbClr val="24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2500" y="3429000"/>
            <a:ext cx="2603500" cy="10477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Etapa 2</a:t>
            </a:r>
          </a:p>
        </p:txBody>
      </p:sp>
      <p:sp>
        <p:nvSpPr>
          <p:cNvPr id="10" name="Chevron 9"/>
          <p:cNvSpPr/>
          <p:nvPr/>
        </p:nvSpPr>
        <p:spPr>
          <a:xfrm>
            <a:off x="8318499" y="3429000"/>
            <a:ext cx="3175000" cy="1047749"/>
          </a:xfrm>
          <a:prstGeom prst="chevron">
            <a:avLst/>
          </a:prstGeom>
          <a:solidFill>
            <a:srgbClr val="B8933F"/>
          </a:solidFill>
          <a:ln w="12700">
            <a:solidFill>
              <a:srgbClr val="DCB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99500" y="3429000"/>
            <a:ext cx="2603500" cy="10477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>
                <a:solidFill>
                  <a:srgbClr val="1B2A4D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889500"/>
            <a:ext cx="10160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800" b="0" i="0">
                <a:solidFill>
                  <a:srgbClr val="ECEAE4"/>
                </a:solidFill>
                <a:latin typeface="Arial"/>
              </a:rPr>
              <a:t>Descrição do fluxograma.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6527800"/>
            <a:ext cx="3175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CEAE4"/>
                </a:solidFill>
                <a:latin typeface="Arial"/>
              </a:rPr>
              <a:t>MAGMA Cursos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500" y="6527800"/>
            <a:ext cx="3175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ECEAE4"/>
                </a:solidFill>
                <a:latin typeface="Arial"/>
              </a:rPr>
              <a:t>17/07/2026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5500" y="6527800"/>
            <a:ext cx="3175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ECEAE4"/>
                </a:solidFill>
                <a:latin typeface="Arial"/>
              </a:rPr>
              <a:t>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952500"/>
            <a:ext cx="762000" cy="38100"/>
          </a:xfrm>
          <a:prstGeom prst="rect">
            <a:avLst/>
          </a:prstGeom>
          <a:solidFill>
            <a:srgbClr val="DCB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1155700"/>
            <a:ext cx="10477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 spc="240">
                <a:solidFill>
                  <a:srgbClr val="B8933F"/>
                </a:solidFill>
                <a:latin typeface="Arial"/>
              </a:rPr>
              <a:t>SEÇÃO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346200"/>
            <a:ext cx="110490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B2A4D"/>
                </a:solidFill>
                <a:latin typeface="Arial"/>
              </a:rPr>
              <a:t>Título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286000"/>
            <a:ext cx="544195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600" y="2451100"/>
            <a:ext cx="5111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2A4D"/>
                </a:solidFill>
                <a:latin typeface="Arial"/>
              </a:rPr>
              <a:t>Card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600" y="2730500"/>
            <a:ext cx="5111750" cy="345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212A3D"/>
                </a:solidFill>
                <a:latin typeface="Arial"/>
              </a:rPr>
              <a:t>Descrição do card.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550" y="2286000"/>
            <a:ext cx="544195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3650" y="2451100"/>
            <a:ext cx="5111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2A4D"/>
                </a:solidFill>
                <a:latin typeface="Arial"/>
              </a:rPr>
              <a:t>Card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3650" y="2730500"/>
            <a:ext cx="5111750" cy="345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212A3D"/>
                </a:solidFill>
                <a:latin typeface="Arial"/>
              </a:rPr>
              <a:t>Descrição do card.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27800"/>
            <a:ext cx="3175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6476"/>
                </a:solidFill>
                <a:latin typeface="Arial"/>
              </a:rPr>
              <a:t>MAGMA Cursos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6527800"/>
            <a:ext cx="3175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B6476"/>
                </a:solidFill>
                <a:latin typeface="Arial"/>
              </a:rPr>
              <a:t>17/07/2026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5500" y="6527800"/>
            <a:ext cx="3175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B6476"/>
                </a:solidFill>
                <a:latin typeface="Arial"/>
              </a:rPr>
              <a:t>Slide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